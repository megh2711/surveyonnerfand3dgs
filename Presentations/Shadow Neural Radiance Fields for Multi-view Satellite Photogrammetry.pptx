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7b3108ac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7b3108ac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7e570da4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7e570da4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7e570da4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7e570da4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7e570da4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7e570da4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7b3108acc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7b3108acc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7b3108acc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7b3108acc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0" y="1831499"/>
            <a:ext cx="91440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Author: Dawa Derksen</a:t>
            </a:r>
            <a:endParaRPr sz="13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2372225"/>
            <a:ext cx="9144000" cy="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Presented By : Megh Patel</a:t>
            </a:r>
            <a:endParaRPr b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74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74"/>
              <a:t>[megh.p@ahduni.edu.in]</a:t>
            </a:r>
            <a:endParaRPr b="1" sz="1274"/>
          </a:p>
        </p:txBody>
      </p:sp>
      <p:sp>
        <p:nvSpPr>
          <p:cNvPr id="56" name="Google Shape;56;p13"/>
          <p:cNvSpPr/>
          <p:nvPr/>
        </p:nvSpPr>
        <p:spPr>
          <a:xfrm>
            <a:off x="0" y="365425"/>
            <a:ext cx="9144000" cy="13596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8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Shadow Neural Radiance Fields for Multi-view Satellite Photogrammetry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4638" y="3669525"/>
            <a:ext cx="1914675" cy="8361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-25" y="3180050"/>
            <a:ext cx="9144000" cy="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School of Engineering and Applied Science</a:t>
            </a:r>
            <a:endParaRPr b="1" sz="1500"/>
          </a:p>
        </p:txBody>
      </p:sp>
      <p:sp>
        <p:nvSpPr>
          <p:cNvPr id="59" name="Google Shape;59;p13"/>
          <p:cNvSpPr txBox="1"/>
          <p:nvPr/>
        </p:nvSpPr>
        <p:spPr>
          <a:xfrm>
            <a:off x="3072000" y="45926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20 March 2026</a:t>
            </a:r>
            <a:endParaRPr b="1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191125"/>
            <a:ext cx="682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Introduction &amp; The Challenge</a:t>
            </a:r>
            <a:endParaRPr b="1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0" y="4778925"/>
            <a:ext cx="9144000" cy="364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9213" y="59388"/>
            <a:ext cx="1914675" cy="836175"/>
          </a:xfrm>
          <a:prstGeom prst="rect">
            <a:avLst/>
          </a:prstGeom>
          <a:noFill/>
          <a:ln>
            <a:noFill/>
          </a:ln>
          <a:effectLst>
            <a:outerShdw blurRad="771525" rotWithShape="0" algn="bl" dir="5400000" dist="161925">
              <a:schemeClr val="lt2">
                <a:alpha val="32000"/>
              </a:schemeClr>
            </a:outerShdw>
          </a:effectLst>
        </p:spPr>
      </p:pic>
      <p:pic>
        <p:nvPicPr>
          <p:cNvPr descr="Use image to explain this text in detail, use graphic instead of text" id="67" name="Google Shape;67;p14"/>
          <p:cNvPicPr preferRelativeResize="0"/>
          <p:nvPr/>
        </p:nvPicPr>
        <p:blipFill rotWithShape="1">
          <a:blip r:embed="rId5">
            <a:alphaModFix/>
          </a:blip>
          <a:srcRect b="11531" l="2770" r="3015" t="22046"/>
          <a:stretch/>
        </p:blipFill>
        <p:spPr>
          <a:xfrm>
            <a:off x="124025" y="944300"/>
            <a:ext cx="8883675" cy="348616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>
            <p:ph idx="4294967295" type="subTitle"/>
          </p:nvPr>
        </p:nvSpPr>
        <p:spPr>
          <a:xfrm>
            <a:off x="0" y="4475637"/>
            <a:ext cx="91440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Source: Image generated on 18 March 2026 | Gemini 3 Pro Image-Preview</a:t>
            </a:r>
            <a:endParaRPr sz="1100"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0" y="4778925"/>
            <a:ext cx="9144000" cy="3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Megh Patel | Shadow NeRF for Multi-view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Satellite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Photogrammetry								</a:t>
            </a:r>
            <a:fld id="{00000000-1234-1234-1234-123412341234}" type="slidenum"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2350600" y="944300"/>
            <a:ext cx="6703200" cy="3531300"/>
          </a:xfrm>
          <a:prstGeom prst="rect">
            <a:avLst/>
          </a:prstGeom>
          <a:solidFill>
            <a:srgbClr val="595959">
              <a:alpha val="47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191125"/>
            <a:ext cx="682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Introduction &amp; The Challenge</a:t>
            </a:r>
            <a:endParaRPr b="1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0" y="4778925"/>
            <a:ext cx="9144000" cy="364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9213" y="59388"/>
            <a:ext cx="1914675" cy="836175"/>
          </a:xfrm>
          <a:prstGeom prst="rect">
            <a:avLst/>
          </a:prstGeom>
          <a:noFill/>
          <a:ln>
            <a:noFill/>
          </a:ln>
          <a:effectLst>
            <a:outerShdw blurRad="771525" rotWithShape="0" algn="bl" dir="5400000" dist="161925">
              <a:schemeClr val="lt2">
                <a:alpha val="32000"/>
              </a:schemeClr>
            </a:outerShdw>
          </a:effectLst>
        </p:spPr>
      </p:pic>
      <p:pic>
        <p:nvPicPr>
          <p:cNvPr descr="Use image to explain this text in detail, use graphic instead of text" id="78" name="Google Shape;78;p15"/>
          <p:cNvPicPr preferRelativeResize="0"/>
          <p:nvPr/>
        </p:nvPicPr>
        <p:blipFill rotWithShape="1">
          <a:blip r:embed="rId5">
            <a:alphaModFix/>
          </a:blip>
          <a:srcRect b="11531" l="2770" r="3015" t="22046"/>
          <a:stretch/>
        </p:blipFill>
        <p:spPr>
          <a:xfrm>
            <a:off x="124025" y="944300"/>
            <a:ext cx="8883675" cy="348616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>
            <p:ph idx="4294967295" type="subTitle"/>
          </p:nvPr>
        </p:nvSpPr>
        <p:spPr>
          <a:xfrm>
            <a:off x="0" y="4475637"/>
            <a:ext cx="91440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Source: Image generated on 18 March 2026 | Gemini 3 Pro Image-Preview</a:t>
            </a:r>
            <a:endParaRPr sz="1100"/>
          </a:p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0" y="4778925"/>
            <a:ext cx="9144000" cy="3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Megh Patel | Shadow NeRF for Multi-view Satellite Photogrammetry								2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4572000" y="944300"/>
            <a:ext cx="4481700" cy="3531300"/>
          </a:xfrm>
          <a:prstGeom prst="rect">
            <a:avLst/>
          </a:prstGeom>
          <a:solidFill>
            <a:srgbClr val="595959">
              <a:alpha val="47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191125"/>
            <a:ext cx="682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Introduction &amp; The Challenge</a:t>
            </a:r>
            <a:endParaRPr b="1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0" y="4778925"/>
            <a:ext cx="9144000" cy="364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9213" y="59388"/>
            <a:ext cx="1914675" cy="836175"/>
          </a:xfrm>
          <a:prstGeom prst="rect">
            <a:avLst/>
          </a:prstGeom>
          <a:noFill/>
          <a:ln>
            <a:noFill/>
          </a:ln>
          <a:effectLst>
            <a:outerShdw blurRad="771525" rotWithShape="0" algn="bl" dir="5400000" dist="161925">
              <a:schemeClr val="lt2">
                <a:alpha val="32000"/>
              </a:schemeClr>
            </a:outerShdw>
          </a:effectLst>
        </p:spPr>
      </p:pic>
      <p:pic>
        <p:nvPicPr>
          <p:cNvPr descr="Use image to explain this text in detail, use graphic instead of text" id="89" name="Google Shape;89;p16"/>
          <p:cNvPicPr preferRelativeResize="0"/>
          <p:nvPr/>
        </p:nvPicPr>
        <p:blipFill rotWithShape="1">
          <a:blip r:embed="rId5">
            <a:alphaModFix/>
          </a:blip>
          <a:srcRect b="11531" l="2770" r="3015" t="22046"/>
          <a:stretch/>
        </p:blipFill>
        <p:spPr>
          <a:xfrm>
            <a:off x="124025" y="944300"/>
            <a:ext cx="8883675" cy="348616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>
            <p:ph idx="4294967295" type="subTitle"/>
          </p:nvPr>
        </p:nvSpPr>
        <p:spPr>
          <a:xfrm>
            <a:off x="0" y="4475637"/>
            <a:ext cx="91440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Source: Image generated on 18 March 2026 | Gemini 3 Pro Image-Preview</a:t>
            </a:r>
            <a:endParaRPr sz="1100"/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0" y="4778925"/>
            <a:ext cx="9144000" cy="3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Megh Patel | Shadow NeRF for Multi-view Satellite Photogrammetry								2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6821575" y="944300"/>
            <a:ext cx="2232000" cy="3531300"/>
          </a:xfrm>
          <a:prstGeom prst="rect">
            <a:avLst/>
          </a:prstGeom>
          <a:solidFill>
            <a:srgbClr val="595959">
              <a:alpha val="47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191125"/>
            <a:ext cx="682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Introduction &amp; The Challenge</a:t>
            </a:r>
            <a:endParaRPr b="1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0" y="4778925"/>
            <a:ext cx="9144000" cy="364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9213" y="59388"/>
            <a:ext cx="1914675" cy="836175"/>
          </a:xfrm>
          <a:prstGeom prst="rect">
            <a:avLst/>
          </a:prstGeom>
          <a:noFill/>
          <a:ln>
            <a:noFill/>
          </a:ln>
          <a:effectLst>
            <a:outerShdw blurRad="771525" rotWithShape="0" algn="bl" dir="5400000" dist="161925">
              <a:schemeClr val="lt2">
                <a:alpha val="32000"/>
              </a:schemeClr>
            </a:outerShdw>
          </a:effectLst>
        </p:spPr>
      </p:pic>
      <p:pic>
        <p:nvPicPr>
          <p:cNvPr descr="Use image to explain this text in detail, use graphic instead of text" id="100" name="Google Shape;100;p17"/>
          <p:cNvPicPr preferRelativeResize="0"/>
          <p:nvPr/>
        </p:nvPicPr>
        <p:blipFill rotWithShape="1">
          <a:blip r:embed="rId5">
            <a:alphaModFix/>
          </a:blip>
          <a:srcRect b="11531" l="2770" r="3015" t="22046"/>
          <a:stretch/>
        </p:blipFill>
        <p:spPr>
          <a:xfrm>
            <a:off x="124025" y="944300"/>
            <a:ext cx="8883675" cy="348616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>
            <p:ph idx="4294967295" type="subTitle"/>
          </p:nvPr>
        </p:nvSpPr>
        <p:spPr>
          <a:xfrm>
            <a:off x="0" y="4475637"/>
            <a:ext cx="91440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Source: Image generated on 18 March 2026 | Gemini 3 Pro Image-Preview</a:t>
            </a:r>
            <a:endParaRPr sz="1100"/>
          </a:p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0" y="4778925"/>
            <a:ext cx="9144000" cy="3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Megh Patel | Shadow NeRF for Multi-view Satellite Photogrammetry								2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191125"/>
            <a:ext cx="682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Proposed Methodology (S-NeRF)</a:t>
            </a:r>
            <a:endParaRPr b="1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0" y="4778925"/>
            <a:ext cx="9144000" cy="364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9213" y="59388"/>
            <a:ext cx="1914675" cy="836175"/>
          </a:xfrm>
          <a:prstGeom prst="rect">
            <a:avLst/>
          </a:prstGeom>
          <a:noFill/>
          <a:ln>
            <a:noFill/>
          </a:ln>
          <a:effectLst>
            <a:outerShdw blurRad="771525" rotWithShape="0" algn="bl" dir="5400000" dist="161925">
              <a:schemeClr val="lt2">
                <a:alpha val="32000"/>
              </a:schemeClr>
            </a:outerShdw>
          </a:effectLst>
        </p:spPr>
      </p:pic>
      <p:sp>
        <p:nvSpPr>
          <p:cNvPr id="110" name="Google Shape;110;p18"/>
          <p:cNvSpPr txBox="1"/>
          <p:nvPr>
            <p:ph idx="4294967295" type="subTitle"/>
          </p:nvPr>
        </p:nvSpPr>
        <p:spPr>
          <a:xfrm>
            <a:off x="0" y="4475637"/>
            <a:ext cx="91440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Source: Image generated on 18 March 2026 | Gemini 3 Pro Image-Preview</a:t>
            </a:r>
            <a:endParaRPr sz="1100"/>
          </a:p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0" y="4778925"/>
            <a:ext cx="9144000" cy="3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Megh Patel | Shadow NeRF for Multi-view Satellite Photogrammetry								3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Use image to explain this text in detail, use graphic instead of text" id="112" name="Google Shape;112;p18"/>
          <p:cNvPicPr preferRelativeResize="0"/>
          <p:nvPr/>
        </p:nvPicPr>
        <p:blipFill rotWithShape="1">
          <a:blip r:embed="rId5">
            <a:alphaModFix/>
          </a:blip>
          <a:srcRect b="15392" l="0" r="0" t="16922"/>
          <a:stretch/>
        </p:blipFill>
        <p:spPr>
          <a:xfrm>
            <a:off x="6350" y="870400"/>
            <a:ext cx="9144000" cy="34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191125"/>
            <a:ext cx="682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Results and Key Takeaways</a:t>
            </a:r>
            <a:endParaRPr b="1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0" y="4778925"/>
            <a:ext cx="9144000" cy="364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9213" y="59388"/>
            <a:ext cx="1914675" cy="836175"/>
          </a:xfrm>
          <a:prstGeom prst="rect">
            <a:avLst/>
          </a:prstGeom>
          <a:noFill/>
          <a:ln>
            <a:noFill/>
          </a:ln>
          <a:effectLst>
            <a:outerShdw blurRad="771525" rotWithShape="0" algn="bl" dir="5400000" dist="161925">
              <a:schemeClr val="lt2">
                <a:alpha val="32000"/>
              </a:schemeClr>
            </a:outerShdw>
          </a:effectLst>
        </p:spPr>
      </p:pic>
      <p:sp>
        <p:nvSpPr>
          <p:cNvPr id="120" name="Google Shape;120;p19"/>
          <p:cNvSpPr txBox="1"/>
          <p:nvPr>
            <p:ph idx="4294967295" type="subTitle"/>
          </p:nvPr>
        </p:nvSpPr>
        <p:spPr>
          <a:xfrm>
            <a:off x="0" y="4475637"/>
            <a:ext cx="91440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Source: Image generated on 18 March 2026 | Gemini 3 Pro Image-Preview</a:t>
            </a:r>
            <a:endParaRPr sz="1100"/>
          </a:p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0" y="4778925"/>
            <a:ext cx="9144000" cy="3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Megh Patel | Shadow NeRF for Multi-view Satellite Photogrammetry								4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give me well designed graphics to explain the text" id="122" name="Google Shape;122;p19"/>
          <p:cNvPicPr preferRelativeResize="0"/>
          <p:nvPr/>
        </p:nvPicPr>
        <p:blipFill rotWithShape="1">
          <a:blip r:embed="rId5">
            <a:alphaModFix/>
          </a:blip>
          <a:srcRect b="19226" l="1546" r="0" t="16601"/>
          <a:stretch/>
        </p:blipFill>
        <p:spPr>
          <a:xfrm>
            <a:off x="82100" y="853975"/>
            <a:ext cx="9068250" cy="330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